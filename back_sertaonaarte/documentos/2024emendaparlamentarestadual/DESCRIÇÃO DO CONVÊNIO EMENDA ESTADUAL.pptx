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DDEB65-342F-4E50-BB12-3654BDF95DDA}" v="1" dt="2026-01-27T13:06:47.905"/>
    <p1510:client id="{F46416B2-FE88-4AC7-811E-BFFE4711B649}" v="22" dt="2026-01-27T14:29:25.9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leberson Silva Souza" userId="c7a87e8bf832af32" providerId="LiveId" clId="{144BA807-654E-4465-8E5D-711BB63F7C68}"/>
    <pc:docChg chg="undo custSel addSld delSld modSld">
      <pc:chgData name="Kleberson Silva Souza" userId="c7a87e8bf832af32" providerId="LiveId" clId="{144BA807-654E-4465-8E5D-711BB63F7C68}" dt="2026-01-27T18:08:22.126" v="974" actId="20577"/>
      <pc:docMkLst>
        <pc:docMk/>
      </pc:docMkLst>
      <pc:sldChg chg="del">
        <pc:chgData name="Kleberson Silva Souza" userId="c7a87e8bf832af32" providerId="LiveId" clId="{144BA807-654E-4465-8E5D-711BB63F7C68}" dt="2026-01-27T13:32:39.082" v="105" actId="47"/>
        <pc:sldMkLst>
          <pc:docMk/>
          <pc:sldMk cId="3672254753" sldId="256"/>
        </pc:sldMkLst>
      </pc:sldChg>
      <pc:sldChg chg="new del">
        <pc:chgData name="Kleberson Silva Souza" userId="c7a87e8bf832af32" providerId="LiveId" clId="{144BA807-654E-4465-8E5D-711BB63F7C68}" dt="2026-01-27T13:32:36.725" v="104" actId="47"/>
        <pc:sldMkLst>
          <pc:docMk/>
          <pc:sldMk cId="179340584" sldId="257"/>
        </pc:sldMkLst>
      </pc:sldChg>
      <pc:sldChg chg="new del">
        <pc:chgData name="Kleberson Silva Souza" userId="c7a87e8bf832af32" providerId="LiveId" clId="{144BA807-654E-4465-8E5D-711BB63F7C68}" dt="2026-01-27T13:05:36.390" v="2" actId="680"/>
        <pc:sldMkLst>
          <pc:docMk/>
          <pc:sldMk cId="590370029" sldId="258"/>
        </pc:sldMkLst>
      </pc:sldChg>
      <pc:sldChg chg="addSp modSp new mod">
        <pc:chgData name="Kleberson Silva Souza" userId="c7a87e8bf832af32" providerId="LiveId" clId="{144BA807-654E-4465-8E5D-711BB63F7C68}" dt="2026-01-27T18:08:22.126" v="974" actId="20577"/>
        <pc:sldMkLst>
          <pc:docMk/>
          <pc:sldMk cId="1106115048" sldId="258"/>
        </pc:sldMkLst>
        <pc:spChg chg="mod">
          <ac:chgData name="Kleberson Silva Souza" userId="c7a87e8bf832af32" providerId="LiveId" clId="{144BA807-654E-4465-8E5D-711BB63F7C68}" dt="2026-01-27T18:08:22.126" v="974" actId="20577"/>
          <ac:spMkLst>
            <pc:docMk/>
            <pc:sldMk cId="1106115048" sldId="258"/>
            <ac:spMk id="2" creationId="{4969EA06-CE3B-4E32-92F3-3987050FE5F2}"/>
          </ac:spMkLst>
        </pc:spChg>
        <pc:graphicFrameChg chg="add mod">
          <ac:chgData name="Kleberson Silva Souza" userId="c7a87e8bf832af32" providerId="LiveId" clId="{144BA807-654E-4465-8E5D-711BB63F7C68}" dt="2026-01-27T14:29:22.518" v="530"/>
          <ac:graphicFrameMkLst>
            <pc:docMk/>
            <pc:sldMk cId="1106115048" sldId="258"/>
            <ac:graphicFrameMk id="3" creationId="{1CAE61D8-1349-E54C-5D95-38397BDF8227}"/>
          </ac:graphicFrameMkLst>
        </pc:graphicFrameChg>
        <pc:graphicFrameChg chg="add mod">
          <ac:chgData name="Kleberson Silva Souza" userId="c7a87e8bf832af32" providerId="LiveId" clId="{144BA807-654E-4465-8E5D-711BB63F7C68}" dt="2026-01-27T14:21:23.436" v="484"/>
          <ac:graphicFrameMkLst>
            <pc:docMk/>
            <pc:sldMk cId="1106115048" sldId="258"/>
            <ac:graphicFrameMk id="3" creationId="{5FACC051-4995-93BB-DFCE-29C84630737A}"/>
          </ac:graphicFrameMkLst>
        </pc:graphicFrameChg>
        <pc:graphicFrameChg chg="add mod">
          <ac:chgData name="Kleberson Silva Souza" userId="c7a87e8bf832af32" providerId="LiveId" clId="{144BA807-654E-4465-8E5D-711BB63F7C68}" dt="2026-01-27T14:22:19.715" v="499"/>
          <ac:graphicFrameMkLst>
            <pc:docMk/>
            <pc:sldMk cId="1106115048" sldId="258"/>
            <ac:graphicFrameMk id="4" creationId="{9B0CF2CA-3404-4304-9C7E-AEC1454992A9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117D5-BFAA-76FF-51E7-DBB5B4C258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34CFDA9-658E-8601-652A-FF07F06564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BDA6B1-E567-8EE9-A4F9-B733A0864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ECD6-E2D4-46AE-B090-A6434044641F}" type="datetimeFigureOut">
              <a:rPr lang="pt-BR" smtClean="0"/>
              <a:t>27/01/2026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06455A-D69A-5646-99D5-4F887282F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51FCD4-43BB-0EA1-6913-A3AB9F16F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DBC-0FC0-4916-A3F0-682E60B988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4067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35CB51-790C-A51D-0B97-5E359FFBA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B1A4FD-5474-E1EB-E457-7B38FD574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B17E0B-8E1F-A712-446B-5780BA20C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ECD6-E2D4-46AE-B090-A6434044641F}" type="datetimeFigureOut">
              <a:rPr lang="pt-BR" smtClean="0"/>
              <a:t>27/01/2026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E9DF2F-6C8C-7736-4F54-94695F7B3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2D992C-3922-7D04-1AC7-A9EC257F4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DBC-0FC0-4916-A3F0-682E60B988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6667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FAEBDA-ACAE-3C27-D7E3-17D2BA584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8C2E7F-F095-F6B0-F697-F95B0E426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5263F9-88EF-C870-39D9-4FA15462A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ECD6-E2D4-46AE-B090-A6434044641F}" type="datetimeFigureOut">
              <a:rPr lang="pt-BR" smtClean="0"/>
              <a:t>27/01/2026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A5EBB2-A33C-26C1-41C8-BCD941FBC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8C9239-5919-50B4-C830-418603397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DBC-0FC0-4916-A3F0-682E60B988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766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D0B9EA-210C-158C-2E06-41735F6EA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91E19F-FCAA-DAC9-2094-015CA8D7D7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B38E9FE-5496-E6BF-8410-62035CD23A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45615C9-F6E0-38FB-7035-6B9D1E15F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ECD6-E2D4-46AE-B090-A6434044641F}" type="datetimeFigureOut">
              <a:rPr lang="pt-BR" smtClean="0"/>
              <a:t>27/01/2026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3B1BF34-8E5F-FAEE-CE9C-6B0466711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F325D55-0477-B3D1-3132-C5BD4D915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DBC-0FC0-4916-A3F0-682E60B988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0617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CE5D01-5457-97DE-BF52-25B17B2D0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BAD070-5AD3-B021-BB3B-5513F68C4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E06EBF7-45AD-7AA2-382A-7C7D3E33E1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7C87446-974D-D93E-5398-189313BEA3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187C8C9-BCF2-389E-0851-998B7C99F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765A092-3048-5806-E1F9-7C0C90530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ECD6-E2D4-46AE-B090-A6434044641F}" type="datetimeFigureOut">
              <a:rPr lang="pt-BR" smtClean="0"/>
              <a:t>27/01/2026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92688FD-4887-1FB6-D776-0907A4F6C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BE87694-2B24-4461-ECC6-7726AF012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DBC-0FC0-4916-A3F0-682E60B988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4823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42BAB0-DD83-011D-1B5B-38E9FB620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10CD736-9392-7A28-2B3B-186952DA5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ECD6-E2D4-46AE-B090-A6434044641F}" type="datetimeFigureOut">
              <a:rPr lang="pt-BR" smtClean="0"/>
              <a:t>27/01/2026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02AB46B-9B9D-4A64-A4BB-57CF79666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A7B0EE9-6EEE-EA4C-E8E4-EE51E5BBC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DBC-0FC0-4916-A3F0-682E60B988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067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E99DF48-ECDA-2786-EBA0-892FF175C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ECD6-E2D4-46AE-B090-A6434044641F}" type="datetimeFigureOut">
              <a:rPr lang="pt-BR" smtClean="0"/>
              <a:t>27/01/2026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E13BB85-A270-8C6A-30A7-DE5A49B5E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5B0B91-E60F-1504-4823-CE542F8E5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DBC-0FC0-4916-A3F0-682E60B988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2046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37650C-A484-C169-27FD-02273A9E7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79C845-51AF-4324-34AF-357ABF359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6B99D49-4E07-8C75-2DEB-FC47D55AC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5186625-DD1E-E2AC-04AF-B545CA89E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ECD6-E2D4-46AE-B090-A6434044641F}" type="datetimeFigureOut">
              <a:rPr lang="pt-BR" smtClean="0"/>
              <a:t>27/01/2026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62E4E-9F38-48B0-83AB-799968FE5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C45E878-444B-B8AB-4B72-C070160B9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DBC-0FC0-4916-A3F0-682E60B988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143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C0F2C-68B0-999C-CB25-6F1501305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C24DCEA-C5A0-062E-B929-E66B965AEC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3DDD6AF-457A-039B-C433-D98203BB97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BA5F5E-3A4A-B9E9-4685-FE0404DDC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ECD6-E2D4-46AE-B090-A6434044641F}" type="datetimeFigureOut">
              <a:rPr lang="pt-BR" smtClean="0"/>
              <a:t>27/01/2026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3528EBF-2036-4846-B336-EE8D071BC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4AE5B18-3AD8-1AA6-9EB7-D57F2290C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DBC-0FC0-4916-A3F0-682E60B988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6746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794909-2FF1-8998-D1D1-CA35A6B3A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7153F73-4584-C476-865A-BFAF811E2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44CE91-057A-4168-ED1C-762F91D0F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ECD6-E2D4-46AE-B090-A6434044641F}" type="datetimeFigureOut">
              <a:rPr lang="pt-BR" smtClean="0"/>
              <a:t>27/01/2026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021FD2-4170-EB63-1E7F-7DBC4BEE4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E2ECE6-A2F6-53C3-3347-E9E8EB269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DBC-0FC0-4916-A3F0-682E60B988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3951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34EAECC-C6A5-76B8-8C54-3544C3253A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C419ED7-1E6B-DB59-D8CD-268FABBC1E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45FF24-EC34-4676-73E7-0593FC46A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ECD6-E2D4-46AE-B090-A6434044641F}" type="datetimeFigureOut">
              <a:rPr lang="pt-BR" smtClean="0"/>
              <a:t>27/01/2026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72D9F7-0E86-F1E6-B08B-8C790D26E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47ECAB-CF23-4620-A78C-2307DB072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DBC-0FC0-4916-A3F0-682E60B988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4365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DFB1F53-1D68-CFF6-57CA-391063611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19B675C-D604-844F-164C-227BF3C54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4C31CE-F764-6F8F-9EB6-702DDB98CF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9ECD6-E2D4-46AE-B090-A6434044641F}" type="datetimeFigureOut">
              <a:rPr lang="pt-BR" smtClean="0"/>
              <a:t>27/01/2026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AED791-59EE-009D-F3E4-71778F194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948D1F-82BA-A60F-DCF1-44EF63F70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DBC-0FC0-4916-A3F0-682E60B988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1917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69EA06-CE3B-4E32-92F3-3987050FE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714" y="152400"/>
            <a:ext cx="11756571" cy="6553200"/>
          </a:xfrm>
        </p:spPr>
        <p:txBody>
          <a:bodyPr>
            <a:normAutofit/>
          </a:bodyPr>
          <a:lstStyle/>
          <a:p>
            <a:r>
              <a:rPr lang="pt-BR" sz="1800" b="1" dirty="0"/>
              <a:t>Projeto:  Festival de Música e </a:t>
            </a:r>
            <a:r>
              <a:rPr lang="pt-BR" sz="1800" b="1"/>
              <a:t>Arte Independente Rock Sertão</a:t>
            </a:r>
            <a:br>
              <a:rPr lang="pt-BR" sz="1800" b="1" dirty="0"/>
            </a:br>
            <a:br>
              <a:rPr lang="pt-BR" sz="1800" b="1" dirty="0"/>
            </a:br>
            <a:r>
              <a:rPr lang="pt-BR" sz="1800" b="1" dirty="0"/>
              <a:t>                                                            </a:t>
            </a:r>
            <a:br>
              <a:rPr lang="pt-BR" sz="1800" b="1" dirty="0"/>
            </a:br>
            <a:r>
              <a:rPr lang="pt-BR" sz="1800" b="1" dirty="0"/>
              <a:t>Instrumento:  TERMO DE FOMENTO Nº 019/2024 Processo nº 1350/2024</a:t>
            </a:r>
            <a:br>
              <a:rPr lang="pt-BR" sz="1800" b="1" dirty="0"/>
            </a:br>
            <a:br>
              <a:rPr lang="pt-BR" sz="1800" b="1" dirty="0"/>
            </a:br>
            <a:r>
              <a:rPr lang="pt-BR" sz="1800" b="1" dirty="0"/>
              <a:t>Data de Assinatura: 23/11/2024</a:t>
            </a:r>
            <a:br>
              <a:rPr lang="pt-BR" sz="1800" b="1" dirty="0"/>
            </a:br>
            <a:br>
              <a:rPr lang="pt-BR" sz="1800" dirty="0"/>
            </a:br>
            <a:r>
              <a:rPr lang="pt-BR" sz="1800" b="1" dirty="0"/>
              <a:t>Órgão: FUNDAÇÃO DE CULTURA E ARTE APERIPÊ DE SERGIPE – FUNCAP/SE</a:t>
            </a:r>
            <a:br>
              <a:rPr lang="pt-BR" sz="1800" b="1" dirty="0"/>
            </a:br>
            <a:br>
              <a:rPr lang="pt-BR" sz="1800" b="1" dirty="0"/>
            </a:br>
            <a:r>
              <a:rPr lang="pt-BR" sz="1800" b="1" dirty="0"/>
              <a:t>Categorias: Despesas de Custeio</a:t>
            </a:r>
            <a:br>
              <a:rPr lang="pt-BR" sz="1800" b="1" dirty="0"/>
            </a:br>
            <a:br>
              <a:rPr lang="pt-BR" sz="1800" dirty="0"/>
            </a:br>
            <a:r>
              <a:rPr lang="pt-BR" sz="1800" b="1" dirty="0"/>
              <a:t>Organização da Sociedade Civil: ASSOCIAÇÃO CULTURAL SERTÃO NA ARTE NOSSA SENHORA DA GLÓRIA/SE</a:t>
            </a:r>
            <a:br>
              <a:rPr lang="pt-BR" sz="1800" b="1" dirty="0"/>
            </a:br>
            <a:br>
              <a:rPr lang="pt-BR" sz="1800" dirty="0"/>
            </a:br>
            <a:r>
              <a:rPr lang="pt-BR" sz="1800" b="1" dirty="0"/>
              <a:t>CNPJ: 13.304.024/0001-86</a:t>
            </a:r>
            <a:br>
              <a:rPr lang="pt-BR" sz="1800" b="1" dirty="0"/>
            </a:br>
            <a:br>
              <a:rPr lang="pt-BR" sz="1800" dirty="0"/>
            </a:br>
            <a:r>
              <a:rPr lang="pt-BR" sz="1800" b="1" dirty="0"/>
              <a:t>Vigência</a:t>
            </a:r>
            <a:r>
              <a:rPr lang="pt-BR" sz="1800" b="1"/>
              <a:t>: 06/01/2025 a 30/06/2025</a:t>
            </a:r>
            <a:br>
              <a:rPr lang="pt-BR" sz="1800" b="1" dirty="0"/>
            </a:br>
            <a:br>
              <a:rPr lang="pt-BR" sz="1800" dirty="0"/>
            </a:br>
            <a:r>
              <a:rPr lang="pt-BR" sz="1800" b="1" dirty="0"/>
              <a:t>Valor Total da Parceria: R$ 85.000,00</a:t>
            </a:r>
            <a:br>
              <a:rPr lang="pt-BR" sz="1800" b="1" dirty="0"/>
            </a:br>
            <a:br>
              <a:rPr lang="pt-BR" sz="1800" b="1"/>
            </a:br>
            <a:r>
              <a:rPr lang="pt-BR" sz="1800" b="1"/>
              <a:t>Objeto </a:t>
            </a:r>
            <a:r>
              <a:rPr lang="pt-BR" sz="1800" b="1" dirty="0"/>
              <a:t>da Parceria</a:t>
            </a:r>
            <a:r>
              <a:rPr lang="pt-BR" sz="1800" b="1"/>
              <a:t>:  APOIO FINANCEIRO PARA DESPESAS DE CUSTEIO.</a:t>
            </a:r>
            <a:br>
              <a:rPr lang="pt-BR" sz="1800" b="1" dirty="0"/>
            </a:br>
            <a:br>
              <a:rPr lang="pt-BR" sz="1800" b="1" dirty="0"/>
            </a:br>
            <a:r>
              <a:rPr lang="pt-BR" sz="1800" b="1" dirty="0"/>
              <a:t>Situação da Parceria – Executado - Prestação de Contas enviada para Análise</a:t>
            </a:r>
            <a:br>
              <a:rPr lang="pt-BR" sz="1800" dirty="0"/>
            </a:br>
            <a:br>
              <a:rPr lang="pt-BR" sz="1800" dirty="0"/>
            </a:br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1150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123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Projeto:  Festival de Música e Arte Independente Rock Sertão                                                               Instrumento:  TERMO DE FOMENTO Nº 019/2024 Processo nº 1350/2024  Data de Assinatura: 23/11/2024  Órgão: FUNDAÇÃO DE CULTURA E ARTE APERIPÊ DE SERGIPE – FUNCAP/SE  Categorias: Despesas de Custeio  Organização da Sociedade Civil: ASSOCIAÇÃO CULTURAL SERTÃO NA ARTE NOSSA SENHORA DA GLÓRIA/SE  CNPJ: 13.304.024/0001-86  Vigência: 06/01/2025 a 30/06/2025  Valor Total da Parceria: R$ 85.000,00  Objeto da Parceria:  APOIO FINANCEIRO PARA DESPESAS DE CUSTEIO.  Situação da Parceria – Executado - Prestação de Contas enviada para Análise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Kleberson Silva Souza</dc:creator>
  <cp:lastModifiedBy>Kleberson Silva Souza</cp:lastModifiedBy>
  <cp:revision>1</cp:revision>
  <dcterms:created xsi:type="dcterms:W3CDTF">2026-01-27T13:03:13Z</dcterms:created>
  <dcterms:modified xsi:type="dcterms:W3CDTF">2026-01-27T18:08:23Z</dcterms:modified>
</cp:coreProperties>
</file>